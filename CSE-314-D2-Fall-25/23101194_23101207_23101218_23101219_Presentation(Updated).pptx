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c8e1610fc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c8e1610f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c8e1610fc7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c8e1610fc7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8e1610fc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8e1610fc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c8e1610fc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c8e1610fc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8e1610fc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8e1610fc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8e1610fc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8e1610fc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8e1610fc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c8e1610fc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8e1610fc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8e1610fc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8e1610fc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8e1610fc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8e1610fc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8e1610fc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c8e1610fc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c8e1610fc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8e1610fc7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8e1610fc7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c8e1610fc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c8e1610fc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c8e1610fc7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c8e1610fc7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8e1610fc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8e1610fc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8e1610fc7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c8e1610fc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8e1610fc7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8e1610fc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c8e1610fc7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c8e1610fc7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8e1610fc7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c8e1610fc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8e1610fc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c8e1610fc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