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g3c718a73115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" name="Google Shape;56;g3c718a73115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3c718a73115_0_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3c718a73115_0_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c718a73115_0_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c718a73115_0_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3c718a73115_0_1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g3c718a73115_0_1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c718a73115_0_1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3c718a73115_0_1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c718a73115_0_1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3c718a73115_0_1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3c718a73115_0_1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" name="Google Shape;80;g3c718a73115_0_1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c718a73115_0_1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3c718a73115_0_1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c718a73115_0_1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3c718a73115_0_1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c718a73115_0_1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3c718a73115_0_1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c718a73115_0_1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3c718a73115_0_1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c718a73115_0_1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3c718a73115_0_1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c718a73115_0_1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3c718a73115_0_1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c718a73115_0_1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3c718a73115_0_1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c718a73115_0_1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3c718a73115_0_1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c718a73115_0_1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Google Shape;116;g3c718a73115_0_1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c718a73115_0_1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Google Shape;120;g3c718a73115_0_1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c718a73115_0_1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3c718a73115_0_1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c718a73115_0_1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g3c718a73115_0_1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c718a73115_0_1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3c718a73115_0_1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9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6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0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2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8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8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7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7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0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4.jp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.jp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9.jp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4.jp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5.jp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5.jp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1.jp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3.jp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1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